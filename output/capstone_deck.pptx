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54864"/>
          </a:xfrm>
          <a:prstGeom prst="rect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Framework for FDA Cybersecurity Uplift of Connected Medical Devices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device: PMx-100 Connected Patient Monitor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Balaji Bankapur    ·    2026-09-18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FDA has raised the bar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38912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116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A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9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57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medical devices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14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 recent FDA warning letters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cybersecurity deficiencies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394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Sept 2023 Cybersecurity Guidance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7373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FDA now requires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212080" y="2286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240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5420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per element for every DFD boundary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3063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3017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Assessment (SRA)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33192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per-threat CVSS scoring with proposed controls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3794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traceability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40965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cites the threat, clause, and code location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46177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4572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Bill of Materials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487375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SPDX or CycloneDX enumeration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12080" y="53949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1208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5897880" y="5349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vulnerability disclosure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897880" y="56509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channel with triage timelines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SRA drafting takes 3–6 months and $100–150k per device — inconsistent between engineers.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legacy device actually looks like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2015–2020 connected medical device — every antipattern from FDA 2023 all in one place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CRC-only firmware integrity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signature verification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0116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194560"/>
            <a:ext cx="502920" cy="502920"/>
          </a:xfrm>
          <a:prstGeom prst="ellipse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1.0 default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certificate pinning, no mutual auth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194560"/>
            <a:ext cx="502920" cy="502920"/>
          </a:xfrm>
          <a:prstGeom prst="ellipse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Works BLE pairing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 Secure Connections, no OOB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20116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2194560"/>
            <a:ext cx="502920" cy="502920"/>
          </a:xfrm>
          <a:prstGeom prst="ellipse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 service credentials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password, no rotation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41330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PHI at rest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 on eMMC / SD card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39319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4114800"/>
            <a:ext cx="502920" cy="502920"/>
          </a:xfrm>
          <a:prstGeom prst="ellipse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04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41330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active in production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52044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fuse blown, no auth gate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9319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41330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OTA install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any image with matching CRC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98280" y="39319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81160" y="4114800"/>
            <a:ext cx="502920" cy="502920"/>
          </a:xfrm>
          <a:prstGeom prst="ellipse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811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44" name="Text 42"/>
          <p:cNvSpPr txBox="1"/>
          <p:nvPr/>
        </p:nvSpPr>
        <p:spPr>
          <a:xfrm>
            <a:off x="9875520" y="41330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event logging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28116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tamper-evident audit trail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a specific FDA / IEC / AAMI / NIST clause pointing at it. Our framework enumerates the gap between them systematically.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approaches — only one covers everything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an FDA-ready SRA requires all four capabilities at once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463040"/>
                <a:gridCol w="1463040"/>
                <a:gridCol w="1554480"/>
                <a:gridCol w="23774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(docs + code + threats + regs)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consultant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 · $100–150k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(Semgrep, cppcheck)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· 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LLM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hallucinates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· cheap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+ guardrails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(this framework)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enforced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Pydantic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Streamlit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 · ~$3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4632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anchor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394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A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72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5577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Semgrep-"no" vulnerabilities in the 25-threat pilot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5989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vulnerabilities plain static analysis cannot detect — the framework's distinctive value.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 — semantic search over text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persistent client at stores/chroma/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08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text whose meaning matches — not just keyword match.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31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text-embedding-3-large converts each chunk to a 3072-dim vector. Query is embedded the same way; nearest-neighbor by cosine.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 the framework: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54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2558 chunks across 3 collections: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device_docs (2155)  · device_code (403)  · regulatory (24)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577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Mapper (retrieve clauses) · Threat/Control/Risk (verify quotes)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17373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query example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0" y="2148840"/>
            <a:ext cx="603504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22860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search("firmware update signature verification",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collection="device_docs", k=6)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566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hits (by cosine similarity):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3977640"/>
            <a:ext cx="6035040" cy="457200"/>
          </a:xfrm>
          <a:prstGeom prst="roundRect">
            <a:avLst>
              <a:gd name="adj" fmla="val 20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06440" y="40325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0325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SRS::SRS-SEC-0019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1970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firmware signatures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4526280"/>
            <a:ext cx="6035040" cy="457200"/>
          </a:xfrm>
          <a:prstGeom prst="roundRect">
            <a:avLst>
              <a:gd name="adj" fmla="val 20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06440" y="45811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5811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VULN::VULN-01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74573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CWE-347 Improper signature verification (install_handler.c)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5074920"/>
            <a:ext cx="6035040" cy="457200"/>
          </a:xfrm>
          <a:prstGeom prst="roundRect">
            <a:avLst>
              <a:gd name="adj" fmla="val 20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06440" y="51297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51297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SAD::SAD-SYS-0002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52943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 loads image without signature verification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5623560"/>
            <a:ext cx="6035040" cy="457200"/>
          </a:xfrm>
          <a:prstGeom prst="roundRect">
            <a:avLst>
              <a:gd name="adj" fmla="val 20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06440" y="56784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5678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VULN::VULN-23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843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safety-MCU firmware signature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6355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 — none of these chunks contains the exact query string.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database — typed relationships between entities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Kuzu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Cypher-like graph DB · stores/kuzu/&lt;device&gt;.kuzu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08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and typed edges. Answers questions vectors can't: "walk from a threat to its code target".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tables (11):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· Vulnerability · CodeArtifact · Control · Clause · Requirement · DesignItem · ImplementationItem · ArchitectureItem · DFDElement · UseCase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tables (8):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54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APPLIES_TO · MITIGATES · LOCATED_IN · TRACES_TO · REALIZES · IMPLEMENTS · INTERACTS_VIA · SATISFIES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577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— even Ingestion is one Cypher query.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17373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Cypher example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0" y="2148840"/>
            <a:ext cx="60350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22860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(v:Vulnerability {id: 'VULN-01'})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-[:LOCATED_IN]-&gt;(c:CodeArtifact)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c.path, c.function;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7490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one hop, exact answer: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4114800"/>
            <a:ext cx="6035040" cy="2377440"/>
          </a:xfrm>
          <a:prstGeom prst="roundRect">
            <a:avLst>
              <a:gd name="adj" fmla="val 3846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4754880"/>
            <a:ext cx="1645920" cy="822960"/>
          </a:xfrm>
          <a:prstGeom prst="ellipse">
            <a:avLst/>
          </a:prstGeom>
          <a:solidFill>
            <a:srgbClr val="FFAD1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0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VULN-01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5074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35240" y="5166360"/>
            <a:ext cx="1234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635240" y="4864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LOCATED_IN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47091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15400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install_handler.c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915400" y="5029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 install_image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5285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CodeArtifact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852160" y="6035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cannot answer this — the query is structural, not textual.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 — the tool boundary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protocol from Anthropic. Agents call tools; tools wrap backends.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corpus-vector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Chroma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search(query, k, filters, collection)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get_chunk(chunk_id, collection)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list_collections()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54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corpus-graph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Kuzu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cypher(query, params)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neighbors(node_id, edge_type, direction)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path(from_id, to_id, max_depth)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list_schema()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754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CREATE / MERGE / DELETE / SET / DROP / ALTER / COPY / INSERT / REMOVE / LOAD all refused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12480" y="196596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4108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41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corpus-files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Filesystem rooted at input/&lt;device&gt;/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64108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4108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read(path)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list_dir(directory)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grep(pattern, glob, max_hits)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641080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4754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Path-traversal safe · refuses ".." or absolute paths · 200 KB read cap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56235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5715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boundary matters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code stays backend-agnostic — swap Chroma → Qdrant, Kuzu → Neo4j without touching an agent.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MCP servers can be launched standalone (sra mcp &lt;server&gt;) and used by Claude Code, Cursor, or any MCP client.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agents in a LangGraph state machine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loop through Compliance Mapper → Code Analysis → TCR ⭐ → Report Generator until the queue empties.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Cypher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LLM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23744" y="2903220"/>
            <a:ext cx="11887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51760" y="22860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Compliance Mapper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246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9744" y="2903220"/>
            <a:ext cx="11887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37760" y="22860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Code Analysis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 (×2 turns)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246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95744" y="2903220"/>
            <a:ext cx="11887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23760" y="22860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AD1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Threat / Control / Risk ⭐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246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381744" y="2903220"/>
            <a:ext cx="11887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09760" y="22860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 Generator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upsert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246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LLM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584180" y="3520440"/>
            <a:ext cx="0" cy="640080"/>
          </a:xfrm>
          <a:prstGeom prst="line">
            <a:avLst/>
          </a:prstGeom>
          <a:noFill/>
          <a:ln w="19050">
            <a:solidFill>
              <a:srgbClr val="66666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440180" y="4160520"/>
            <a:ext cx="91440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440180" y="3566160"/>
            <a:ext cx="0" cy="640080"/>
          </a:xfrm>
          <a:prstGeom prst="line">
            <a:avLst/>
          </a:prstGeom>
          <a:noFill/>
          <a:ln w="19050">
            <a:solidFill>
              <a:srgbClr val="666666"/>
            </a:solidFill>
            <a:prstDash val="dash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274320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threat queue until empty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93776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029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 hits which backend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394960"/>
            <a:ext cx="10972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Kuzu graph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5669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compliance_mapper · code_analysis · TCR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5394960"/>
            <a:ext cx="10972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2044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520440" y="5669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compliance_mapper (regulatory) · TCR (quote verify)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5394960"/>
            <a:ext cx="10972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0936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grep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5669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code_analysis (Python step between planner + interpreter)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915400" y="5394960"/>
            <a:ext cx="10972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9828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 (writes)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9098280" y="5669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report_generator (draft.md + draft.json upsert)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agent — purpose, backend, model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743200"/>
                <a:gridCol w="1463040"/>
                <a:gridCol w="73152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Backends it hits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Ingestion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Enumerate + order threats for the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Kuzu (one Cypher)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Compliance Mapper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Per-clause verdict (present / partial / missing) with quotes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Kuzu (threat + controls)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 (regulatory collection)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gemini-2.5-flash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(free tier)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Code Analysis :: planner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grep patterns for each control claimed present/partial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compliance findings from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gpt-oss-120b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(free tier)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Python glue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Run each grep against firmware/**/*.[ch]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Filesystem via corpus-files.grep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Code Analysis :: interpreter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confirmed / insufficient / absent per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grep results from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gpt-oss-120b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4. Threat / Control /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the 12-field SRA entry: CVSS · gap analysis · proposed controls · proposed doc + code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Kuzu (threat + controls + code artifacts + known IDs) + Chroma (clause bodies for quote verify)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gpt-4o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(paid)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Report Generator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 entry into draft.md + draft.json (crash-safe)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split (per threat, hybrid profile): ~$0 for agents 1/2/3/5 · ~$0.015 for TCR (⭐) ·  ~$0.017 per SRA entry total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checks over every LLM output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run AFTER the LLM responds, BEFORE the entry is committed.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Hard-fail (4) — mark entry parse_error, keep raw LLM output for reviewer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423160"/>
            <a:ext cx="9144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schema_check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2549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of the 12-field SRAEntry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429000"/>
            <a:ext cx="9144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520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cvss_check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8313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CVSS v3.1 vector, recompute score, verify severity band matches (FIRST.org reference formula)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434840"/>
            <a:ext cx="9144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526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citation_verify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37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doc-id / CTRL: / clause-id cited actually exists as a node in Kuzu (or matches new-item pattern)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44068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5440680"/>
            <a:ext cx="9144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532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quote_check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8430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quoted clause text is a substring of the retrieved chunk (whitespace-normalised)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Soft-warn (6) — entry proceeds with warnings visible to reviewer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2423160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423160"/>
            <a:ext cx="91440" cy="566928"/>
          </a:xfrm>
          <a:prstGeom prst="rect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18120" y="2468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banned_crypto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27066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/ SHA-1 / RC4 / DES / TLS 1.0 / 1.1 in proposed_* fields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89520" y="3081528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3081528"/>
            <a:ext cx="91440" cy="566928"/>
          </a:xfrm>
          <a:prstGeom prst="rect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31272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legacy_taxonomy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818120" y="3364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existing_controls kind = "legacy", proposed kind = "proposed"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89520" y="3739896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5240" y="3739896"/>
            <a:ext cx="91440" cy="566928"/>
          </a:xfrm>
          <a:prstGeom prst="rect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18120" y="37856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scope_check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4023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only touch firmware/, SRS/SDD/SDS/SAD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89520" y="4398264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35240" y="4398264"/>
            <a:ext cx="91440" cy="566928"/>
          </a:xfrm>
          <a:prstGeom prst="rect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18120" y="4443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citation_verify_file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818120" y="46817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&amp;lt;path&amp;gt;:&amp;lt;line&amp;gt; exists and line is in range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5056632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5056632"/>
            <a:ext cx="91440" cy="566928"/>
          </a:xfrm>
          <a:prstGeom prst="rect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18120" y="51023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prompt-injection delimit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818120" y="53400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content wrapped in &lt;CORPUS_UNTRUSTED&gt;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589520" y="5715000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35240" y="5715000"/>
            <a:ext cx="91440" cy="566928"/>
          </a:xfrm>
          <a:prstGeom prst="rect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18120" y="5760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cap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818120" y="59984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Per-entry hard limit: 10k input / 4k output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25-threat pilot on PMx-100 · hybrid profile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74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A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recall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34 seeded vulns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874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A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Semgrep-"no" recall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distinctive band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874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A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$0.42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$0.017 per SRA entry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1874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A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12min</a:t>
            </a:r>
            <a:endParaRPr lang="en-US" sz="4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 per threat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794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stratified by CVSS severity and Semgrep detectability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6400800" cy="22860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146304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Recalled /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seeded VULNs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seeded VULNs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seeded VULNs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 / 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 = "yes"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8 / 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 = "partial"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 / 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 = "no" (regulatory-intent)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 / 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315200" y="4160520"/>
            <a:ext cx="4572000" cy="2286000"/>
          </a:xfrm>
          <a:prstGeom prst="roundRect">
            <a:avLst>
              <a:gd name="adj" fmla="val 4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0" y="4251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numbers matter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4617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recalled VULN cites a real file and line.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parse-errors after both fixes (path grounding + CVSS auto-correct).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Semgrep-"no" band is the framework's core value — plain SAST cannot catch these.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225-threat run extrapolates to ~$3-5 and ~2 hours.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54864"/>
          </a:xfrm>
          <a:prstGeom prst="rect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11247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the framework running 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PMx-100 at localhost:8501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00:30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4114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via CLI, confirm indices intact via `sra status`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01:30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draft from UI sidebar (hybrid, limit=5, code-linked)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4754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auto-refresh; observe completion transition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74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05:30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5074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one entry — real CVSS vector, real firmware paths, gap analysis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94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07:00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5394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Activity tab: pipeline overview + Cypher queries per turn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715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08:30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5715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with reviewer context → CVSS auto-adjusts, code line changes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final artifacts (MD + PDF + DOCX + JSON + provenance)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v1. Three directions extend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3794760" cy="4572000"/>
          </a:xfrm>
          <a:prstGeom prst="roundRect">
            <a:avLst>
              <a:gd name="adj" fmla="val 241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88036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225-threat run on PMx-100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pilot (3–5 devices from different manufacturers)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recall + cost across devices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evaluation via `sra eval` in CI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965960"/>
            <a:ext cx="3794760" cy="4572000"/>
          </a:xfrm>
          <a:prstGeom prst="roundRect">
            <a:avLst>
              <a:gd name="adj" fmla="val 241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depth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88036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corpus: FDA 2023 in full + IEC 62443-4-2 CR 1-7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AAMI TIR57 + NIST 800-193 + IEC 60601-1-8 (safety)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ingestion for CVE cross-reference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analysis (fuzzing) integrated as another 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794760" cy="4572000"/>
          </a:xfrm>
          <a:prstGeom prst="roundRect">
            <a:avLst>
              <a:gd name="adj" fmla="val 241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workflow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88036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Multi-reviewer concurrent editing with locking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Rerun-with-context history and A/B compare 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eSTAR portal integration for direct submission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re-evaluation on GitHub push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54864"/>
          </a:xfrm>
          <a:prstGeom prst="rect">
            <a:avLst/>
          </a:prstGeom>
          <a:solidFill>
            <a:srgbClr val="FFAD1F"/>
          </a:solidFill>
          <a:ln w="12700">
            <a:solidFill>
              <a:srgbClr val="FFAD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A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4937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github.com/balajibankapur/agentic-ai-sra-capstone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257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agentic-sra-framework (private during capstone)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Balaji Bankapur    ·  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SRA Framework for FDA Cybersecurity Uplift</dc:title>
  <dc:subject>PptxGenJS Presentation</dc:subject>
  <dc:creator>Balaji Bankapur</dc:creator>
  <cp:lastModifiedBy>Balaji Bankapur</cp:lastModifiedBy>
  <cp:revision>1</cp:revision>
  <dcterms:created xsi:type="dcterms:W3CDTF">2026-09-18T00:46:57Z</dcterms:created>
  <dcterms:modified xsi:type="dcterms:W3CDTF">2026-09-18T00:46:57Z</dcterms:modified>
</cp:coreProperties>
</file>